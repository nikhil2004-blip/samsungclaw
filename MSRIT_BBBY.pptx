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  <p:sldId id="3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>
        <p:scale>
          <a:sx n="66" d="100"/>
          <a:sy n="66" d="100"/>
        </p:scale>
        <p:origin x="1099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614772" y="2459504"/>
            <a:ext cx="513243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MSRIT_BBBY</a:t>
            </a:r>
          </a:p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Turning notifications into Decisions</a:t>
            </a:r>
          </a:p>
          <a:p>
            <a:pPr algn="ctr"/>
            <a:endParaRPr lang="en-US" sz="32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Nikhil Kumar Yadav</a:t>
            </a:r>
          </a:p>
          <a:p>
            <a:pPr algn="ctr"/>
            <a: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Manjit Mishra</a:t>
            </a:r>
          </a:p>
          <a:p>
            <a:pPr algn="ctr"/>
            <a: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Dhruv Agarwal</a:t>
            </a:r>
            <a:b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Naman Jain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372242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1F9BF-97D9-38BD-4CEF-D4154E3F3D51}"/>
              </a:ext>
            </a:extLst>
          </p:cNvPr>
          <p:cNvSpPr txBox="1"/>
          <p:nvPr/>
        </p:nvSpPr>
        <p:spPr>
          <a:xfrm>
            <a:off x="609600" y="1395928"/>
            <a:ext cx="1189105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We Selected This Theme</a:t>
            </a:r>
          </a:p>
          <a:p>
            <a:r>
              <a:rPr lang="en-US" dirty="0"/>
              <a:t>Modern users receive </a:t>
            </a:r>
            <a:r>
              <a:rPr lang="en-US" b="1" dirty="0"/>
              <a:t>100+ notifications daily</a:t>
            </a:r>
            <a:r>
              <a:rPr lang="en-US" dirty="0"/>
              <a:t>, causing notification fatigue and missed important tasks. </a:t>
            </a:r>
          </a:p>
          <a:p>
            <a:r>
              <a:rPr lang="en-US" dirty="0"/>
              <a:t>Fits the </a:t>
            </a:r>
            <a:r>
              <a:rPr lang="en-US" b="1" dirty="0"/>
              <a:t>Productivity + GenAI</a:t>
            </a:r>
            <a:r>
              <a:rPr lang="en-US" dirty="0"/>
              <a:t> theme by solving a real behavioral productivity problem using intelligent task understanding. </a:t>
            </a:r>
          </a:p>
          <a:p>
            <a:r>
              <a:rPr lang="en-US" b="1" dirty="0"/>
              <a:t>What Problem Are We Solving?</a:t>
            </a:r>
          </a:p>
          <a:p>
            <a:r>
              <a:rPr lang="en-US" dirty="0"/>
              <a:t>Critical notifications (deadlines, meetings, payments) get buried under irrelevant alerts. </a:t>
            </a:r>
          </a:p>
          <a:p>
            <a:r>
              <a:rPr lang="en-US" dirty="0"/>
              <a:t>Users often swipe away important notifications while busy and forget them permanently. </a:t>
            </a:r>
          </a:p>
          <a:p>
            <a:r>
              <a:rPr lang="en-US" dirty="0"/>
              <a:t>Current smartphones notify users but do not ensure action is taken. </a:t>
            </a:r>
          </a:p>
          <a:p>
            <a:r>
              <a:rPr lang="en-US" b="1" dirty="0"/>
              <a:t>Who Faces This Problem?</a:t>
            </a:r>
          </a:p>
          <a:p>
            <a:r>
              <a:rPr lang="en-US" b="1" dirty="0"/>
              <a:t>Students:</a:t>
            </a:r>
            <a:r>
              <a:rPr lang="en-US" dirty="0"/>
              <a:t> assignments, placement alerts, exam reminders </a:t>
            </a:r>
          </a:p>
          <a:p>
            <a:r>
              <a:rPr lang="en-US" b="1" dirty="0"/>
              <a:t>Professionals:</a:t>
            </a:r>
            <a:r>
              <a:rPr lang="en-US" dirty="0"/>
              <a:t> meetings, emails, follow-ups, payments </a:t>
            </a:r>
          </a:p>
          <a:p>
            <a:r>
              <a:rPr lang="en-US" b="1" dirty="0"/>
              <a:t>Heavy notification users:</a:t>
            </a:r>
            <a:r>
              <a:rPr lang="en-US" dirty="0"/>
              <a:t> constant interruption and poor prioritization </a:t>
            </a:r>
          </a:p>
          <a:p>
            <a:r>
              <a:rPr lang="en-US" b="1" dirty="0"/>
              <a:t>Why Is It Important?</a:t>
            </a:r>
          </a:p>
          <a:p>
            <a:r>
              <a:rPr lang="en-US" dirty="0"/>
              <a:t>Missed deadlines and opportunities </a:t>
            </a:r>
          </a:p>
          <a:p>
            <a:r>
              <a:rPr lang="en-US" dirty="0"/>
              <a:t>Forgotten responsibilities </a:t>
            </a:r>
          </a:p>
          <a:p>
            <a:r>
              <a:rPr lang="en-US" dirty="0"/>
              <a:t>Increased stress and cognitive overload </a:t>
            </a:r>
          </a:p>
          <a:p>
            <a:r>
              <a:rPr lang="en-US" dirty="0"/>
              <a:t>Reduced productivity and poor task accountability </a:t>
            </a:r>
          </a:p>
          <a:p>
            <a:r>
              <a:rPr lang="en-US" b="1" dirty="0"/>
              <a:t>Opportunity</a:t>
            </a:r>
          </a:p>
          <a:p>
            <a:r>
              <a:rPr lang="en-US" dirty="0"/>
              <a:t>Existing apps only organize or mute notifications. </a:t>
            </a:r>
          </a:p>
          <a:p>
            <a:r>
              <a:rPr lang="en-US" dirty="0"/>
              <a:t>SIGNAL adds </a:t>
            </a:r>
            <a:r>
              <a:rPr lang="en-US" b="1" dirty="0"/>
              <a:t>AI-based task extraction + decision enforcement + accountability tracking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28577" y="366925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00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9BCEA2-CAF7-84DC-BE92-12D6645F39AA}"/>
              </a:ext>
            </a:extLst>
          </p:cNvPr>
          <p:cNvSpPr txBox="1"/>
          <p:nvPr/>
        </p:nvSpPr>
        <p:spPr>
          <a:xfrm>
            <a:off x="528577" y="1261417"/>
            <a:ext cx="1256239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Existing Solutions</a:t>
            </a:r>
          </a:p>
          <a:p>
            <a:r>
              <a:rPr lang="en-US" sz="1600" b="1" dirty="0"/>
              <a:t>Notification Managers (Focus Mode / Notification History)</a:t>
            </a:r>
            <a:endParaRPr lang="en-US" sz="1600" dirty="0"/>
          </a:p>
          <a:p>
            <a:r>
              <a:rPr lang="en-US" sz="1600" dirty="0"/>
              <a:t>Group, mute, or delay notifications </a:t>
            </a:r>
          </a:p>
          <a:p>
            <a:r>
              <a:rPr lang="en-US" sz="1600" dirty="0"/>
              <a:t>Help reduce distractions </a:t>
            </a:r>
          </a:p>
          <a:p>
            <a:r>
              <a:rPr lang="en-US" sz="1600" dirty="0"/>
              <a:t>Do not understand notification content </a:t>
            </a:r>
          </a:p>
          <a:p>
            <a:r>
              <a:rPr lang="en-US" sz="1600" dirty="0"/>
              <a:t>Cannot detect urgency or deadlines </a:t>
            </a:r>
          </a:p>
          <a:p>
            <a:r>
              <a:rPr lang="en-US" sz="1600" b="1" dirty="0"/>
              <a:t>Task Management Apps (Google Tasks / </a:t>
            </a:r>
            <a:r>
              <a:rPr lang="en-US" sz="1600" b="1" dirty="0" err="1"/>
              <a:t>Todoist</a:t>
            </a:r>
            <a:r>
              <a:rPr lang="en-US" sz="1600" b="1" dirty="0"/>
              <a:t> / Microsoft To Do)</a:t>
            </a:r>
            <a:endParaRPr lang="en-US" sz="1600" dirty="0"/>
          </a:p>
          <a:p>
            <a:r>
              <a:rPr lang="en-US" sz="1600" dirty="0"/>
              <a:t>Effective for organizing tasks </a:t>
            </a:r>
          </a:p>
          <a:p>
            <a:r>
              <a:rPr lang="en-US" sz="1600" dirty="0"/>
              <a:t>Require manual task creation </a:t>
            </a:r>
          </a:p>
          <a:p>
            <a:r>
              <a:rPr lang="en-US" sz="1600" dirty="0"/>
              <a:t>High user effort leads to procrastination </a:t>
            </a:r>
          </a:p>
          <a:p>
            <a:r>
              <a:rPr lang="en-US" sz="1600" b="1" dirty="0"/>
              <a:t>AI Assistants (Siri / Google Assistant)</a:t>
            </a:r>
            <a:endParaRPr lang="en-US" sz="1600" dirty="0"/>
          </a:p>
          <a:p>
            <a:r>
              <a:rPr lang="en-US" sz="1600" dirty="0"/>
              <a:t>Assist when explicitly asked </a:t>
            </a:r>
          </a:p>
          <a:p>
            <a:r>
              <a:rPr lang="en-US" sz="1600" dirty="0"/>
              <a:t>Reactive rather than proactive </a:t>
            </a:r>
          </a:p>
          <a:p>
            <a:r>
              <a:rPr lang="en-US" sz="1600" dirty="0"/>
              <a:t>Do not monitor incoming notifications automatically </a:t>
            </a:r>
          </a:p>
          <a:p>
            <a:r>
              <a:rPr lang="en-US" sz="1600" b="1" dirty="0"/>
              <a:t>Key Gaps</a:t>
            </a:r>
          </a:p>
          <a:p>
            <a:r>
              <a:rPr lang="en-US" sz="1600" dirty="0"/>
              <a:t>No automatic extraction of actionable tasks from notifications </a:t>
            </a:r>
          </a:p>
          <a:p>
            <a:r>
              <a:rPr lang="en-US" sz="1600" dirty="0"/>
              <a:t>No understanding of context, urgency, or deadlines </a:t>
            </a:r>
          </a:p>
          <a:p>
            <a:r>
              <a:rPr lang="en-US" sz="1600" dirty="0"/>
              <a:t>Important notifications can still be dismissed without action </a:t>
            </a:r>
          </a:p>
          <a:p>
            <a:r>
              <a:rPr lang="en-US" sz="1600" dirty="0"/>
              <a:t>No follow-up or accountability for ignored tasks </a:t>
            </a:r>
          </a:p>
          <a:p>
            <a:r>
              <a:rPr lang="en-US" sz="1600" dirty="0"/>
              <a:t>Existing tools focus on notification management, not behavioral action </a:t>
            </a:r>
          </a:p>
          <a:p>
            <a:r>
              <a:rPr lang="en-US" sz="1600" b="1" dirty="0"/>
              <a:t>Opportunity</a:t>
            </a:r>
          </a:p>
          <a:p>
            <a:r>
              <a:rPr lang="en-US" sz="1600" dirty="0"/>
              <a:t>Build an intelligent system that understands notifications, extracts tasks automatically, and enforces timely action. 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6"/>
            <a:ext cx="90632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SIGNAL – AI-Powered Notification Intelligence &amp; Decision Enforcement</a:t>
            </a:r>
            <a:endParaRPr lang="en-US" dirty="0"/>
          </a:p>
          <a:p>
            <a:r>
              <a:rPr lang="en-US" dirty="0"/>
              <a:t>SIGNAL intercepts incoming notifications and uses AI to analyze their content in real time. </a:t>
            </a:r>
          </a:p>
          <a:p>
            <a:r>
              <a:rPr lang="en-US" dirty="0"/>
              <a:t>It automatically extracts actionable information such as task, priority, category, and deadline. </a:t>
            </a:r>
          </a:p>
          <a:p>
            <a:r>
              <a:rPr lang="en-US" dirty="0"/>
              <a:t>Critical notifications trigger a mandatory decision overlay instead of allowing passive dismissal. </a:t>
            </a:r>
          </a:p>
          <a:p>
            <a:r>
              <a:rPr lang="en-US" dirty="0"/>
              <a:t>Users must choose an action: </a:t>
            </a:r>
            <a:r>
              <a:rPr lang="en-US" b="1" dirty="0"/>
              <a:t>Do Now, Schedule, Delegate, or Ignore with reason</a:t>
            </a:r>
            <a:r>
              <a:rPr lang="en-US" dirty="0"/>
              <a:t>. </a:t>
            </a:r>
          </a:p>
          <a:p>
            <a:r>
              <a:rPr lang="en-US" dirty="0"/>
              <a:t>Scheduled tasks automatically resurface at the chosen time through reminder automation. </a:t>
            </a:r>
          </a:p>
          <a:p>
            <a:r>
              <a:rPr lang="en-US" dirty="0"/>
              <a:t>All user decisions are logged to provide accountability and productivity insights.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Key Features</a:t>
            </a:r>
          </a:p>
          <a:p>
            <a:r>
              <a:rPr lang="en-US" dirty="0"/>
              <a:t>AI-based notification classification </a:t>
            </a:r>
          </a:p>
          <a:p>
            <a:r>
              <a:rPr lang="en-US" dirty="0"/>
              <a:t>Automatic task and deadline extraction </a:t>
            </a:r>
          </a:p>
          <a:p>
            <a:r>
              <a:rPr lang="en-US" dirty="0"/>
              <a:t>Priority-based decision enforcement </a:t>
            </a:r>
          </a:p>
          <a:p>
            <a:r>
              <a:rPr lang="en-US" dirty="0"/>
              <a:t>Smart reminder rescheduling </a:t>
            </a:r>
          </a:p>
          <a:p>
            <a:r>
              <a:rPr lang="en-US" dirty="0"/>
              <a:t>Accountability dashboard with task tracking</a:t>
            </a: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6"/>
            <a:ext cx="10972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1: Notification Interception</a:t>
            </a:r>
          </a:p>
          <a:p>
            <a:r>
              <a:rPr lang="en-US" dirty="0"/>
              <a:t>SIGNAL continuously monitors incoming notifications in real time. </a:t>
            </a:r>
          </a:p>
          <a:p>
            <a:r>
              <a:rPr lang="en-US" dirty="0"/>
              <a:t>Captures notification content such as title, message body, source app, and timestamp. </a:t>
            </a:r>
          </a:p>
          <a:p>
            <a:r>
              <a:rPr lang="en-US" b="1" dirty="0"/>
              <a:t>Step 2: AI Processing</a:t>
            </a:r>
          </a:p>
          <a:p>
            <a:r>
              <a:rPr lang="en-US" dirty="0"/>
              <a:t>Notification data is analyzed using AI to understand context. </a:t>
            </a:r>
          </a:p>
          <a:p>
            <a:r>
              <a:rPr lang="en-US" dirty="0"/>
              <a:t>Extracts key information such as task, priority level, category, and deadline. </a:t>
            </a:r>
          </a:p>
          <a:p>
            <a:r>
              <a:rPr lang="en-US" b="1" dirty="0"/>
              <a:t>Step 3: Decision Enforcement</a:t>
            </a:r>
          </a:p>
          <a:p>
            <a:r>
              <a:rPr lang="en-US" dirty="0"/>
              <a:t>Critical notifications trigger a mandatory full-screen overlay. </a:t>
            </a:r>
          </a:p>
          <a:p>
            <a:r>
              <a:rPr lang="en-US" dirty="0"/>
              <a:t>Users must choose an action instead of dismissing the notification passively. </a:t>
            </a:r>
          </a:p>
          <a:p>
            <a:r>
              <a:rPr lang="en-US" dirty="0"/>
              <a:t>Available actions: Do Now, Schedule, Delegate, Ignore with reason. </a:t>
            </a:r>
          </a:p>
          <a:p>
            <a:r>
              <a:rPr lang="en-US" b="1" dirty="0"/>
              <a:t>Step 4: Smart Follow-up</a:t>
            </a:r>
          </a:p>
          <a:p>
            <a:r>
              <a:rPr lang="en-US" dirty="0"/>
              <a:t>Scheduled tasks automatically reappear at the selected time. </a:t>
            </a:r>
          </a:p>
          <a:p>
            <a:r>
              <a:rPr lang="en-US" dirty="0"/>
              <a:t>Overdue tasks are highlighted and resurfaced for immediate attention. </a:t>
            </a:r>
          </a:p>
          <a:p>
            <a:r>
              <a:rPr lang="en-US" b="1" dirty="0"/>
              <a:t>Step 5: Dashboard &amp; Tracking</a:t>
            </a:r>
          </a:p>
          <a:p>
            <a:r>
              <a:rPr lang="en-US" dirty="0"/>
              <a:t>All actions are logged for accountability. </a:t>
            </a:r>
          </a:p>
          <a:p>
            <a:r>
              <a:rPr lang="en-US" dirty="0"/>
              <a:t>Users can view pending, completed, scheduled, and ignored tasks along with productivity insights.</a:t>
            </a:r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560832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17347" y="1524000"/>
            <a:ext cx="997766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Tech</a:t>
            </a:r>
            <a:r>
              <a:rPr lang="en-IN" b="1" dirty="0"/>
              <a:t> </a:t>
            </a:r>
            <a:r>
              <a:rPr lang="en-IN" b="1" u="sng" dirty="0"/>
              <a:t>Stack</a:t>
            </a:r>
          </a:p>
          <a:p>
            <a:endParaRPr lang="en-IN" b="1" dirty="0"/>
          </a:p>
          <a:p>
            <a:r>
              <a:rPr lang="en-IN" b="1" dirty="0"/>
              <a:t>Frontend:</a:t>
            </a:r>
            <a:r>
              <a:rPr lang="en-IN" dirty="0"/>
              <a:t> Kotlin, Jetpack Compose, Material 3 </a:t>
            </a:r>
          </a:p>
          <a:p>
            <a:r>
              <a:rPr lang="en-IN" b="1" dirty="0"/>
              <a:t>Architecture:</a:t>
            </a:r>
            <a:r>
              <a:rPr lang="en-IN" dirty="0"/>
              <a:t> MVVM with Clean Architecture </a:t>
            </a:r>
          </a:p>
          <a:p>
            <a:r>
              <a:rPr lang="en-IN" b="1" dirty="0"/>
              <a:t>Dependency Injection:</a:t>
            </a:r>
            <a:r>
              <a:rPr lang="en-IN" dirty="0"/>
              <a:t> Hilt </a:t>
            </a:r>
          </a:p>
          <a:p>
            <a:r>
              <a:rPr lang="en-IN" b="1" dirty="0"/>
              <a:t>Local Storage:</a:t>
            </a:r>
            <a:r>
              <a:rPr lang="en-IN" dirty="0"/>
              <a:t> Room Database, </a:t>
            </a:r>
            <a:r>
              <a:rPr lang="en-IN" dirty="0" err="1"/>
              <a:t>DataStore</a:t>
            </a:r>
            <a:r>
              <a:rPr lang="en-IN" dirty="0"/>
              <a:t> </a:t>
            </a:r>
          </a:p>
          <a:p>
            <a:r>
              <a:rPr lang="en-IN" b="1" dirty="0"/>
              <a:t>Networking:</a:t>
            </a:r>
            <a:r>
              <a:rPr lang="en-IN" dirty="0"/>
              <a:t> Retrofit, </a:t>
            </a:r>
            <a:r>
              <a:rPr lang="en-IN" dirty="0" err="1"/>
              <a:t>OkHttp</a:t>
            </a:r>
            <a:r>
              <a:rPr lang="en-IN" dirty="0"/>
              <a:t>, </a:t>
            </a:r>
            <a:r>
              <a:rPr lang="en-IN" dirty="0" err="1"/>
              <a:t>Gson</a:t>
            </a:r>
            <a:r>
              <a:rPr lang="en-IN" dirty="0"/>
              <a:t> </a:t>
            </a:r>
          </a:p>
          <a:p>
            <a:r>
              <a:rPr lang="en-IN" b="1" dirty="0"/>
              <a:t>Background Processing:</a:t>
            </a:r>
            <a:r>
              <a:rPr lang="en-IN" dirty="0"/>
              <a:t> </a:t>
            </a:r>
            <a:r>
              <a:rPr lang="en-IN" dirty="0" err="1"/>
              <a:t>WorkManager</a:t>
            </a:r>
            <a:r>
              <a:rPr lang="en-IN" dirty="0"/>
              <a:t>, </a:t>
            </a:r>
            <a:r>
              <a:rPr lang="en-IN" dirty="0" err="1"/>
              <a:t>NotificationListenerService</a:t>
            </a:r>
            <a:r>
              <a:rPr lang="en-IN" dirty="0"/>
              <a:t> </a:t>
            </a:r>
          </a:p>
          <a:p>
            <a:r>
              <a:rPr lang="en-IN" b="1" dirty="0"/>
              <a:t>AI Integration:</a:t>
            </a:r>
            <a:r>
              <a:rPr lang="en-IN" dirty="0"/>
              <a:t> </a:t>
            </a:r>
            <a:r>
              <a:rPr lang="en-IN" dirty="0" err="1"/>
              <a:t>Groq</a:t>
            </a:r>
            <a:r>
              <a:rPr lang="en-IN" dirty="0"/>
              <a:t> API with </a:t>
            </a:r>
            <a:r>
              <a:rPr lang="en-IN" dirty="0" err="1"/>
              <a:t>LLaMA</a:t>
            </a:r>
            <a:r>
              <a:rPr lang="en-IN" dirty="0"/>
              <a:t> 3.3-70B model </a:t>
            </a:r>
          </a:p>
          <a:p>
            <a:endParaRPr lang="en-IN" dirty="0"/>
          </a:p>
          <a:p>
            <a:r>
              <a:rPr lang="en-IN" b="1" u="sng" dirty="0"/>
              <a:t>System</a:t>
            </a:r>
            <a:r>
              <a:rPr lang="en-IN" b="1" dirty="0"/>
              <a:t> </a:t>
            </a:r>
            <a:r>
              <a:rPr lang="en-IN" b="1" u="sng" dirty="0"/>
              <a:t>Architecture</a:t>
            </a:r>
          </a:p>
          <a:p>
            <a:r>
              <a:rPr lang="en-IN" dirty="0"/>
              <a:t>Incoming notifications are captured using </a:t>
            </a:r>
            <a:r>
              <a:rPr lang="en-IN" b="1" dirty="0" err="1"/>
              <a:t>NotificationListenerService</a:t>
            </a:r>
            <a:r>
              <a:rPr lang="en-IN" dirty="0"/>
              <a:t> </a:t>
            </a:r>
          </a:p>
          <a:p>
            <a:r>
              <a:rPr lang="en-IN" dirty="0"/>
              <a:t>Notification content is sent to the </a:t>
            </a:r>
            <a:r>
              <a:rPr lang="en-IN" b="1" dirty="0"/>
              <a:t>AI classification engine</a:t>
            </a:r>
            <a:r>
              <a:rPr lang="en-IN" dirty="0"/>
              <a:t> for analysis </a:t>
            </a:r>
          </a:p>
          <a:p>
            <a:r>
              <a:rPr lang="en-IN" dirty="0"/>
              <a:t>AI extracts structured information such as task, priority, category, and deadline </a:t>
            </a:r>
          </a:p>
          <a:p>
            <a:r>
              <a:rPr lang="en-IN" dirty="0"/>
              <a:t>Critical tasks trigger the </a:t>
            </a:r>
            <a:r>
              <a:rPr lang="en-IN" b="1" dirty="0"/>
              <a:t>Decision Enforcement Overlay</a:t>
            </a:r>
            <a:r>
              <a:rPr lang="en-IN" dirty="0"/>
              <a:t> </a:t>
            </a:r>
          </a:p>
          <a:p>
            <a:r>
              <a:rPr lang="en-IN" dirty="0"/>
              <a:t>User actions are stored in </a:t>
            </a:r>
            <a:r>
              <a:rPr lang="en-IN" b="1" dirty="0"/>
              <a:t>Room Database</a:t>
            </a:r>
            <a:r>
              <a:rPr lang="en-IN" dirty="0"/>
              <a:t> for persistence </a:t>
            </a:r>
          </a:p>
          <a:p>
            <a:r>
              <a:rPr lang="en-IN" dirty="0"/>
              <a:t>Scheduled reminders are managed using </a:t>
            </a:r>
            <a:r>
              <a:rPr lang="en-IN" b="1" dirty="0" err="1"/>
              <a:t>WorkManager</a:t>
            </a:r>
            <a:r>
              <a:rPr lang="en-IN" dirty="0"/>
              <a:t> </a:t>
            </a:r>
          </a:p>
          <a:p>
            <a:r>
              <a:rPr lang="en-IN" dirty="0"/>
              <a:t>Dashboard provides analytics and accountability insights based on user activity</a:t>
            </a:r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597602"/>
            <a:ext cx="1171386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Real-Life Use Cases</a:t>
            </a:r>
          </a:p>
          <a:p>
            <a:endParaRPr lang="en-US" b="1" dirty="0"/>
          </a:p>
          <a:p>
            <a:r>
              <a:rPr lang="en-US" b="1" dirty="0"/>
              <a:t>Students:</a:t>
            </a:r>
            <a:r>
              <a:rPr lang="en-US" dirty="0"/>
              <a:t> Prevents missing assignment deadlines, placement alerts, and exam reminders buried in group notifications. </a:t>
            </a:r>
          </a:p>
          <a:p>
            <a:r>
              <a:rPr lang="en-US" b="1" dirty="0"/>
              <a:t>Working Professionals:</a:t>
            </a:r>
            <a:r>
              <a:rPr lang="en-US" dirty="0"/>
              <a:t> Helps manage meetings, email follow-ups, client reminders, and payment notifications. </a:t>
            </a:r>
          </a:p>
          <a:p>
            <a:r>
              <a:rPr lang="en-US" b="1" dirty="0"/>
              <a:t>Busy Users:</a:t>
            </a:r>
            <a:r>
              <a:rPr lang="en-US" dirty="0"/>
              <a:t> Reduces notification overload by identifying and prioritizing important tasks. </a:t>
            </a:r>
          </a:p>
          <a:p>
            <a:r>
              <a:rPr lang="en-US" b="1" dirty="0"/>
              <a:t>Time-Sensitive Scenarios:</a:t>
            </a:r>
            <a:r>
              <a:rPr lang="en-US" dirty="0"/>
              <a:t> Ensures urgent actions like bill payments, event registrations, or deadlines are not ignored.</a:t>
            </a:r>
          </a:p>
          <a:p>
            <a:r>
              <a:rPr lang="en-US" dirty="0"/>
              <a:t> </a:t>
            </a:r>
          </a:p>
          <a:p>
            <a:r>
              <a:rPr lang="en-US" b="1" u="sng" dirty="0"/>
              <a:t>Impact</a:t>
            </a:r>
          </a:p>
          <a:p>
            <a:r>
              <a:rPr lang="en-US" dirty="0"/>
              <a:t>Reduces missed deadlines and forgotten responsibilities </a:t>
            </a:r>
          </a:p>
          <a:p>
            <a:r>
              <a:rPr lang="en-US" dirty="0"/>
              <a:t>Improves productivity through timely action enforcement </a:t>
            </a:r>
          </a:p>
          <a:p>
            <a:r>
              <a:rPr lang="en-US" dirty="0"/>
              <a:t>Lowers cognitive overload caused by notification fatigue </a:t>
            </a:r>
          </a:p>
          <a:p>
            <a:r>
              <a:rPr lang="en-US" dirty="0"/>
              <a:t>Encourages better task accountability and decision-making habits </a:t>
            </a:r>
          </a:p>
          <a:p>
            <a:r>
              <a:rPr lang="en-US" dirty="0"/>
              <a:t>Enhances prioritization of important information over distractions </a:t>
            </a:r>
            <a:br>
              <a:rPr lang="en-US" dirty="0"/>
            </a:br>
            <a:endParaRPr lang="en-US" dirty="0"/>
          </a:p>
          <a:p>
            <a:r>
              <a:rPr lang="en-US" b="1" u="sng" dirty="0"/>
              <a:t>Scale Potential</a:t>
            </a:r>
          </a:p>
          <a:p>
            <a:r>
              <a:rPr lang="en-US" dirty="0"/>
              <a:t>Integration with wearable devices for instant action handling </a:t>
            </a:r>
          </a:p>
          <a:p>
            <a:r>
              <a:rPr lang="en-US" dirty="0"/>
              <a:t>Expansion to enterprise productivity and team collaboration workflows </a:t>
            </a:r>
          </a:p>
          <a:p>
            <a:r>
              <a:rPr lang="en-US" dirty="0"/>
              <a:t>Future on-device AI support for faster and privacy-focused processing</a:t>
            </a: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4059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Why SIGNAL Stands Out</a:t>
            </a:r>
          </a:p>
          <a:p>
            <a:r>
              <a:rPr lang="en-US" dirty="0"/>
              <a:t>Unlike traditional notification managers, SIGNAL does not just group or mute notifications—it understands their meaning. </a:t>
            </a:r>
          </a:p>
          <a:p>
            <a:r>
              <a:rPr lang="en-US" dirty="0"/>
              <a:t>Unlike task management apps, SIGNAL eliminates manual task entry by automatically extracting actionable tasks. </a:t>
            </a:r>
          </a:p>
          <a:p>
            <a:r>
              <a:rPr lang="en-US" dirty="0"/>
              <a:t>Unlike AI assistants, SIGNAL works proactively in real time instead of waiting for user commands. </a:t>
            </a:r>
          </a:p>
          <a:p>
            <a:endParaRPr lang="en-US" dirty="0"/>
          </a:p>
          <a:p>
            <a:r>
              <a:rPr lang="en-US" b="1" u="sng" dirty="0"/>
              <a:t>Strong Competitive Advantages</a:t>
            </a:r>
          </a:p>
          <a:p>
            <a:endParaRPr lang="en-US" b="1" dirty="0"/>
          </a:p>
          <a:p>
            <a:r>
              <a:rPr lang="en-US" b="1" dirty="0"/>
              <a:t>Decision Enforcement:</a:t>
            </a:r>
            <a:r>
              <a:rPr lang="en-US" dirty="0"/>
              <a:t> Critical notifications cannot be passively dismissed, ensuring users take conscious action. </a:t>
            </a:r>
          </a:p>
          <a:p>
            <a:r>
              <a:rPr lang="en-US" b="1" dirty="0"/>
              <a:t>AI-Powered Intelligence:</a:t>
            </a:r>
            <a:r>
              <a:rPr lang="en-US" dirty="0"/>
              <a:t> Automatically detects urgency, deadlines, and task context from raw notifications. </a:t>
            </a:r>
          </a:p>
          <a:p>
            <a:r>
              <a:rPr lang="en-US" b="1" dirty="0"/>
              <a:t>Accountability Tracking:</a:t>
            </a:r>
            <a:r>
              <a:rPr lang="en-US" dirty="0"/>
              <a:t> Logs user decisions and provides insights into task completion and avoidance patterns. </a:t>
            </a:r>
          </a:p>
          <a:p>
            <a:r>
              <a:rPr lang="en-US" b="1" dirty="0"/>
              <a:t>Smart Automation:</a:t>
            </a:r>
            <a:r>
              <a:rPr lang="en-US" dirty="0"/>
              <a:t> Scheduled and overdue tasks automatically resurface until addressed. </a:t>
            </a:r>
          </a:p>
          <a:p>
            <a:r>
              <a:rPr lang="en-US" b="1" dirty="0"/>
              <a:t>Unique Value Proposition</a:t>
            </a:r>
          </a:p>
          <a:p>
            <a:r>
              <a:rPr lang="en-US" dirty="0"/>
              <a:t>SIGNAL transforms smartphones from passive notification receivers into intelligent productivity assistants.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6945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GitHub Repo </a:t>
            </a:r>
            <a:r>
              <a:rPr lang="en-IN" dirty="0"/>
              <a:t>: https://github.com/nikhil2004-blip/samsungClaw</a:t>
            </a:r>
            <a:br>
              <a:rPr lang="en-IN" dirty="0"/>
            </a:br>
            <a:r>
              <a:rPr lang="en-IN" b="1" u="sng" dirty="0"/>
              <a:t>Demo Link </a:t>
            </a:r>
            <a:r>
              <a:rPr lang="en-IN" dirty="0"/>
              <a:t>:  https://youtu.be/JWNi0HDFNGo?si=ajelExAzaxnUt3ek</a:t>
            </a:r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&lt;Brownie Slide&gt;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90632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What Makes SIGNAL More Than a Task App</a:t>
            </a:r>
          </a:p>
          <a:p>
            <a:r>
              <a:rPr lang="en-US" dirty="0"/>
              <a:t>Existing solutions focus on organizing or muting notifications </a:t>
            </a:r>
          </a:p>
          <a:p>
            <a:r>
              <a:rPr lang="en-US" dirty="0"/>
              <a:t>SIGNAL focuses on changing user behavior through action enforcement </a:t>
            </a:r>
          </a:p>
          <a:p>
            <a:r>
              <a:rPr lang="en-US" dirty="0"/>
              <a:t>Prevents the habit of passively dismissing important notifications </a:t>
            </a:r>
          </a:p>
          <a:p>
            <a:r>
              <a:rPr lang="en-US" dirty="0"/>
              <a:t>Encourages conscious decision-making and accountability </a:t>
            </a:r>
          </a:p>
          <a:p>
            <a:endParaRPr lang="en-US" dirty="0"/>
          </a:p>
          <a:p>
            <a:r>
              <a:rPr lang="en-US" b="1" u="sng" dirty="0"/>
              <a:t>Future Enhancements</a:t>
            </a:r>
          </a:p>
          <a:p>
            <a:r>
              <a:rPr lang="en-US" dirty="0"/>
              <a:t>On-device AI for faster, private, and offline notification analysis </a:t>
            </a:r>
          </a:p>
          <a:p>
            <a:r>
              <a:rPr lang="en-US" dirty="0"/>
              <a:t>Integration with Outlook, Slack, Teams, and wearable devices </a:t>
            </a:r>
          </a:p>
          <a:p>
            <a:r>
              <a:rPr lang="en-US" dirty="0"/>
              <a:t>Custom user-defined notification enforcement rules </a:t>
            </a:r>
          </a:p>
          <a:p>
            <a:r>
              <a:rPr lang="en-US" dirty="0"/>
              <a:t>Team delegation and collaborative task handling </a:t>
            </a:r>
          </a:p>
          <a:p>
            <a:endParaRPr lang="en-US" dirty="0"/>
          </a:p>
          <a:p>
            <a:r>
              <a:rPr lang="en-US" b="1" u="sng" dirty="0"/>
              <a:t>Vision</a:t>
            </a:r>
          </a:p>
          <a:p>
            <a:r>
              <a:rPr lang="en-US" dirty="0"/>
              <a:t>Transform smartphones from passive notification receivers into intelligent productivity companions that ensure important tasks are acted upon.</a:t>
            </a:r>
          </a:p>
        </p:txBody>
      </p:sp>
    </p:spTree>
    <p:extLst>
      <p:ext uri="{BB962C8B-B14F-4D97-AF65-F5344CB8AC3E}">
        <p14:creationId xmlns:p14="http://schemas.microsoft.com/office/powerpoint/2010/main" val="230823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1141</Words>
  <Application>Microsoft Office PowerPoint</Application>
  <PresentationFormat>Widescreen</PresentationFormat>
  <Paragraphs>171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Manan Jain</cp:lastModifiedBy>
  <cp:revision>4</cp:revision>
  <dcterms:created xsi:type="dcterms:W3CDTF">2026-04-27T09:11:02Z</dcterms:created>
  <dcterms:modified xsi:type="dcterms:W3CDTF">2026-05-08T17:56:29Z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